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Vehicle Damage Classification 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Insurance Claim Automation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Manual inspection is slow.</a:t>
            </a:r>
            <a:br/>
            <a:r>
              <a:t>• Automate damage detection using Deep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Preprocess images</a:t>
            </a:r>
            <a:br/>
            <a:r>
              <a:t>• Train MobileNetV2 &amp; CNN</a:t>
            </a:r>
            <a:br/>
            <a:r>
              <a:t>• Compare models</a:t>
            </a:r>
            <a:br/>
            <a:r>
              <a:t>• Test unseen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Training: 400 images</a:t>
            </a:r>
            <a:br/>
            <a:r>
              <a:t>Validation: 200 images</a:t>
            </a:r>
            <a:br/>
            <a:r>
              <a:t>Classes: Damage &amp; Whole</a:t>
            </a:r>
            <a:br/>
            <a:r>
              <a:t>Test: 20 unseen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Image Preprocessing</a:t>
            </a:r>
            <a:br/>
            <a:r>
              <a:t>Data Augmentation</a:t>
            </a:r>
            <a:br/>
            <a:r>
              <a:t>Model Training</a:t>
            </a:r>
            <a:br/>
            <a:r>
              <a:t>Evaluation</a:t>
            </a:r>
            <a:br/>
            <a:r>
              <a:t>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MobileNetV2 (Transfer Learning)</a:t>
            </a:r>
            <a:br/>
            <a:r>
              <a:t>Custom CNN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MobileNetV2 Accuracy: 93%</a:t>
            </a:r>
            <a:br/>
            <a:r>
              <a:t>CNN Accuracy: ~66–70%</a:t>
            </a:r>
            <a:br/>
            <a:r>
              <a:t>Best Model: MobileNetV2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Faster claims</a:t>
            </a:r>
            <a:br/>
            <a:r>
              <a:t>Reduced cost</a:t>
            </a:r>
            <a:br/>
            <a:r>
              <a:t>Consistent inspection</a:t>
            </a:r>
            <a:br/>
            <a:r>
              <a:t>Better customer satisfaction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MobileNetV2 achieved the best performance and is suitable for insurance claim automation.</a:t>
            </a:r>
            <a:br/>
            <a:b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