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Food Delivery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>
                <a:solidFill>
                  <a:srgbClr val="000000"/>
                </a:solidFill>
              </a:rPr>
              <a:t>Prepared by: Rucha</a:t>
            </a:r>
          </a:p>
          <a:p>
            <a:pPr>
              <a:defRPr sz="2200"/>
            </a:pPr>
            <a:r>
              <a:rPr>
                <a:solidFill>
                  <a:srgbClr val="000000"/>
                </a:solidFill>
              </a:rPr>
              <a:t>Tool: Tableau Desktop</a:t>
            </a:r>
          </a:p>
          <a:p>
            <a:pPr>
              <a:defRPr sz="2200"/>
            </a:pPr>
            <a:r>
              <a:rPr>
                <a:solidFill>
                  <a:srgbClr val="000000"/>
                </a:solidFill>
              </a:rPr>
              <a:t>Dataset: 45,593 Records</a:t>
            </a:r>
          </a:p>
          <a:p>
            <a:pPr>
              <a:defRPr sz="2200"/>
            </a:pPr>
            <a:r>
              <a:rPr>
                <a:solidFill>
                  <a:srgbClr val="000000"/>
                </a:solidFill>
              </a:rPr>
              <a:t>Portfolio &amp; College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Total Orders</a:t>
            </a:r>
          </a:p>
        </p:txBody>
      </p:sp>
      <p:pic>
        <p:nvPicPr>
          <p:cNvPr id="3" name="Picture 2" descr="image(6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A total of 45,593 delivery orders were analyzed, indicating a large operational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Average Rating</a:t>
            </a:r>
          </a:p>
        </p:txBody>
      </p:sp>
      <p:pic>
        <p:nvPicPr>
          <p:cNvPr id="3" name="Picture 2" descr="image(6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The average customer rating is 4.634, showing consistently high customer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Average Delivery Time</a:t>
            </a:r>
          </a:p>
        </p:txBody>
      </p:sp>
      <p:pic>
        <p:nvPicPr>
          <p:cNvPr id="3" name="Picture 2" descr="image(7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The average delivery time is 26.29 minutes, indicating efficient delivery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Orders by City</a:t>
            </a:r>
          </a:p>
        </p:txBody>
      </p:sp>
      <p:pic>
        <p:nvPicPr>
          <p:cNvPr id="3" name="Picture 2" descr="image(7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Metropolitan cities generated the highest number of orders, followed by Urban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Orders by Vehicle</a:t>
            </a:r>
          </a:p>
        </p:txBody>
      </p:sp>
      <p:pic>
        <p:nvPicPr>
          <p:cNvPr id="3" name="Picture 2" descr="image(7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Motorcycles handled the majority of deliveries, making them the primary delivery vehicle.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Traffic Density</a:t>
            </a:r>
          </a:p>
        </p:txBody>
      </p:sp>
      <p:pic>
        <p:nvPicPr>
          <p:cNvPr id="3" name="Picture 2" descr="image(7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Most deliveries occurred during Low and Jam traffic conditions, while High traffic accounted for fewer deliveries.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Festival Analysis</a:t>
            </a:r>
          </a:p>
        </p:txBody>
      </p:sp>
      <p:pic>
        <p:nvPicPr>
          <p:cNvPr id="3" name="Picture 2" descr="image(7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Most orders were placed during non-festival periods, indicating steady day-to-day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000000"/>
                </a:solidFill>
              </a:rPr>
              <a:t>Delivery Category</a:t>
            </a:r>
          </a:p>
        </p:txBody>
      </p:sp>
      <p:pic>
        <p:nvPicPr>
          <p:cNvPr id="3" name="Picture 2" descr="image(7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987552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572000"/>
            <a:ext cx="1115568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/>
            </a:pPr>
            <a:r>
              <a:rPr b="1" sz="2200">
                <a:solidFill>
                  <a:srgbClr val="000000"/>
                </a:solidFill>
              </a:rPr>
              <a:t>Key Insight</a:t>
            </a:r>
          </a:p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Most deliveries fall into the Average category, followed by Fast deliveries.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Overall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5120640"/>
          </a:xfrm>
          <a:prstGeom prst="rect">
            <a:avLst/>
          </a:prstGeom>
          <a:solidFill>
            <a:srgbClr val="F0F8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• 45,593 delivery orders were analyzed using Tableau.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Average customer rating is 4.634, indicating high customer satisfaction.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Average delivery time is 26.29 minutes, showing efficient operations.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Metropolitan cities generated the highest number of food delivery orders.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Motorcycles are the primary delivery vehicle used by delivery partners.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Most deliveries occurred during non-festival periods.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Most deliveries fall under the Average delivery category.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Interactive filters allow managers to analyze the dashboard by city, vehicle and festival.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5120640"/>
          </a:xfrm>
          <a:prstGeom prst="rect">
            <a:avLst/>
          </a:prstGeom>
          <a:solidFill>
            <a:srgbClr val="F0F8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• Increase delivery partners in Metropolitan cities to meet high demand.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Optimize delivery routes during Jam traffic conditions.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Promote electric scooters to reduce operational costs and emissions.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Maintain high customer ratings through continuous delivery partner training.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Use dashboard insights for workforce planning and business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Overall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5120640"/>
          </a:xfrm>
          <a:prstGeom prst="rect">
            <a:avLst/>
          </a:prstGeom>
          <a:solidFill>
            <a:srgbClr val="F0F8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• This Tableau dashboard provides a comprehensive view of food delivery operations through interactive visualizations.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It enables stakeholders to monitor KPIs, evaluate delivery performance, identify operational trends and make data-driven decisions.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The project demonstrates practical skills in data visualization, KPI analysis and business intelligence using Tableau.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5120640"/>
          </a:xfrm>
          <a:prstGeom prst="rect">
            <a:avLst/>
          </a:prstGeom>
          <a:solidFill>
            <a:srgbClr val="F0F8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• Thank You!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