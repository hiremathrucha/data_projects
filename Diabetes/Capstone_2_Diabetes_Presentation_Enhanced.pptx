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1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Diabetes is a major chronic disease. This project develops a machine learning model to predict diabetes early using demographic, lifestyle and clinical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Early diabetes prediction</a:t>
            </a:r>
            <a:br/>
            <a:r>
              <a:t>• Support clinical decisions</a:t>
            </a:r>
            <a:br/>
            <a:r>
              <a:t>• Reduce complications</a:t>
            </a:r>
            <a:br/>
            <a:r>
              <a:t>• Enable preventive healthcare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Records: 100,000</a:t>
            </a:r>
            <a:br/>
            <a:r>
              <a:t>• Target: Diabetes (0/1)</a:t>
            </a:r>
            <a:br/>
            <a:r>
              <a:t>• Features: Age, Gender, BMI, Hypertension, Heart Disease, Smoking History, HbA1c, Blood Glucose</a:t>
            </a:r>
            <a:br/>
            <a:r>
              <a:t>• Missing Values: None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Data Cleaning</a:t>
            </a:r>
            <a:br/>
            <a:r>
              <a:t>• One-Hot Encoding</a:t>
            </a:r>
            <a:br/>
            <a:r>
              <a:t>• Train-Test Split (80:20)</a:t>
            </a:r>
            <a:br/>
            <a:r>
              <a:t>• Feature Scaling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Diabetes prevalence: 8.5%</a:t>
            </a:r>
            <a:br/>
            <a:r>
              <a:t>• Higher HbA1c and Blood Glucose linked with diabetes</a:t>
            </a:r>
            <a:br/>
            <a:r>
              <a:t>• Hypertension &amp; Heart Disease increase diabetes risk</a:t>
            </a:r>
            <a:br/>
            <a:r>
              <a:t>• Age and BMI show positive association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Logistic Regression</a:t>
            </a:r>
            <a:br/>
            <a:r>
              <a:t>• Decision Tree</a:t>
            </a:r>
            <a:br/>
            <a:r>
              <a:t>• Random Forest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33418"/>
          </a:xfrm>
        </p:spPr>
        <p:txBody>
          <a:bodyPr/>
          <a:lstStyle/>
          <a:p>
            <a:pPr>
              <a:defRPr sz="2200"/>
            </a:pPr>
            <a:r>
              <a:rPr dirty="0"/>
              <a:t>Logistic Regression: Accuracy 95.90%</a:t>
            </a:r>
            <a:br>
              <a:rPr dirty="0"/>
            </a:br>
            <a:r>
              <a:rPr dirty="0"/>
              <a:t>Decision Tree: Accuracy 95.20%</a:t>
            </a:r>
            <a:br>
              <a:rPr dirty="0"/>
            </a:br>
            <a:r>
              <a:rPr dirty="0"/>
              <a:t>Random Forest: Accuracy 96.99%</a:t>
            </a:r>
          </a:p>
        </p:txBody>
      </p:sp>
      <p:pic>
        <p:nvPicPr>
          <p:cNvPr id="5" name="Picture 4" descr="model_comparison_chart.png">
            <a:extLst>
              <a:ext uri="{FF2B5EF4-FFF2-40B4-BE49-F238E27FC236}">
                <a16:creationId xmlns:a16="http://schemas.microsoft.com/office/drawing/2014/main" id="{8602ADE5-F58D-5C54-864C-2F54BD0EE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43" y="2753474"/>
            <a:ext cx="5481263" cy="31233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Random Forest</a:t>
            </a:r>
            <a:br/>
            <a:r>
              <a:t>Accuracy: 96.99%</a:t>
            </a:r>
            <a:br/>
            <a:r>
              <a:t>Precision: 95%</a:t>
            </a:r>
            <a:br/>
            <a:r>
              <a:t>Recall: 69%</a:t>
            </a:r>
            <a:br/>
            <a:r>
              <a:t>F1 Score: 80%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Top predictors:</a:t>
            </a:r>
            <a:br/>
            <a:r>
              <a:t>1. Blood Glucose Level</a:t>
            </a:r>
            <a:br/>
            <a:r>
              <a:t>2. HbA1c Level</a:t>
            </a:r>
            <a:br/>
            <a:r>
              <a:t>3. Age</a:t>
            </a:r>
            <a:br/>
            <a:r>
              <a:t>4. BMI</a:t>
            </a:r>
            <a:br/>
            <a:r>
              <a:t>5. Hypertension</a:t>
            </a:r>
            <a:br/>
            <a:r>
              <a:t>6. Heart Disease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Regular screening</a:t>
            </a:r>
            <a:br/>
            <a:r>
              <a:t>• Monitor HbA1c &amp; glucose</a:t>
            </a:r>
            <a:br/>
            <a:r>
              <a:t>• Lifestyle awareness</a:t>
            </a:r>
            <a:br/>
            <a:r>
              <a:t>• Monitor high-risk patients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Web App</a:t>
            </a:r>
            <a:br/>
            <a:r>
              <a:t>• Hospital integration</a:t>
            </a:r>
            <a:br/>
            <a:r>
              <a:t>• Larger datasets</a:t>
            </a:r>
            <a:br/>
            <a:r>
              <a:t>• Real-time 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Random Forest achieved the best overall performance and is recommended for early diabetes prediction.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A760-CAFF-7A62-A9CD-FB8978D9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77ABD-CD7C-5133-1F75-F9AA49212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5076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298</Words>
  <Application>Microsoft Office PowerPoint</Application>
  <PresentationFormat>On-screen Show (4:3)</PresentationFormat>
  <Paragraphs>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Diabetes Prediction Using Machine Learning</vt:lpstr>
      <vt:lpstr>Problem Statement</vt:lpstr>
      <vt:lpstr>Business Objective</vt:lpstr>
      <vt:lpstr>Dataset Overview</vt:lpstr>
      <vt:lpstr>Data Preprocessing</vt:lpstr>
      <vt:lpstr>EDA Highlights</vt:lpstr>
      <vt:lpstr>Models Implemented</vt:lpstr>
      <vt:lpstr>Model Comparison</vt:lpstr>
      <vt:lpstr>Best Model</vt:lpstr>
      <vt:lpstr>Feature Importance</vt:lpstr>
      <vt:lpstr>Business Recommendations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Ankit Hiremath</dc:creator>
  <cp:keywords/>
  <dc:description>generated using python-pptx</dc:description>
  <cp:lastModifiedBy>ankit hiremath</cp:lastModifiedBy>
  <cp:revision>2</cp:revision>
  <dcterms:created xsi:type="dcterms:W3CDTF">2013-01-27T09:14:16Z</dcterms:created>
  <dcterms:modified xsi:type="dcterms:W3CDTF">2026-07-19T19:27:53Z</dcterms:modified>
  <cp:category/>
</cp:coreProperties>
</file>